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8" Type="http://schemas.openxmlformats.org/officeDocument/2006/relationships/image" Target="../media/image-1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pPr algn="l" indent="0" marL="0">
              <a:buNone/>
            </a:pP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|  </a:t>
            </a:r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 Page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Invitation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Marketing BOM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8912" y="1700784"/>
            <a:ext cx="53583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9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pPr algn="l" indent="0" marL="0">
              <a:buNone/>
            </a:pPr>
            <a:r>
              <a:rPr lang="en-US" sz="95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CLM </a:t>
            </a:r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950" dirty="0"/>
          </a:p>
        </p:txBody>
      </p:sp>
      <p:pic>
        <p:nvPicPr>
          <p:cNvPr id="10" name="Image 2" descr="header_gradi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10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10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45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438912" y="345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382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8912" y="395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</p:sp>
      <p:sp>
        <p:nvSpPr>
          <p:cNvPr id="16" name="Text 11"/>
          <p:cNvSpPr/>
          <p:nvPr/>
        </p:nvSpPr>
        <p:spPr>
          <a:xfrm>
            <a:off x="438912" y="395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pPr algn="ctr" indent="0" marL="0">
              <a:buNone/>
            </a:pP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·    GPT-4.1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89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19" name="Text 14"/>
          <p:cNvSpPr/>
          <p:nvPr/>
        </p:nvSpPr>
        <p:spPr>
          <a:xfrm>
            <a:off x="4754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Sonnet 4.5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677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2" name="Text 17"/>
          <p:cNvSpPr/>
          <p:nvPr/>
        </p:nvSpPr>
        <p:spPr>
          <a:xfrm>
            <a:off x="23042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Sonnet 4.5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26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096512" y="446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5" name="Text 20"/>
          <p:cNvSpPr/>
          <p:nvPr/>
        </p:nvSpPr>
        <p:spPr>
          <a:xfrm>
            <a:off x="4133088" y="446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GPT-4o-mini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44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7" name="Text 22"/>
          <p:cNvSpPr/>
          <p:nvPr/>
        </p:nvSpPr>
        <p:spPr>
          <a:xfrm>
            <a:off x="438912" y="544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Web IQ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77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9" name="Text 24"/>
          <p:cNvSpPr/>
          <p:nvPr/>
        </p:nvSpPr>
        <p:spPr>
          <a:xfrm>
            <a:off x="438912" y="577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10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70832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Image 4" descr="header_gradi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Agnostic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FSI-Legal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6291072" y="3108960"/>
            <a:ext cx="54498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 stage on Agentic AI + the Foundry platform, the CLM scenario and the IQ family (Foundry IQ / Web IQ). Includes a short demo of the assistant answering in Teams and firing a renewal alert. Two decks: FSI-Legal + industry-agnostic.</a:t>
            </a:r>
            <a:endParaRPr lang="en-US" sz="930" dirty="0"/>
          </a:p>
        </p:txBody>
      </p:sp>
      <p:pic>
        <p:nvPicPr>
          <p:cNvPr id="39" name="Image 5" descr="header_gradi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Repo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Train the Trainer video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914400"/>
        </p:xfrm>
        <a:graphic>
          <a:graphicData uri="http://schemas.openxmlformats.org/drawingml/2006/table">
            <a:tbl>
              <a:tblPr/>
              <a:tblGrid>
                <a:gridCol w="4919472"/>
                <a:gridCol w="82296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3" name="Image 6" descr="header_gradien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Microhack</cp:lastModifiedBy>
  <cp:revision>1</cp:revision>
  <dcterms:created xsi:type="dcterms:W3CDTF">2026-07-19T16:57:02Z</dcterms:created>
  <dcterms:modified xsi:type="dcterms:W3CDTF">2026-07-19T16:57:02Z</dcterms:modified>
</cp:coreProperties>
</file>