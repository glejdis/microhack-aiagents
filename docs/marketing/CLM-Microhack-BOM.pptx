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9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pPr algn="l" indent="0" marL="0"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950" dirty="0"/>
          </a:p>
        </p:txBody>
      </p:sp>
      <p:pic>
        <p:nvPicPr>
          <p:cNvPr id="10" name="Image 2" descr="header_gradi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10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10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45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45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382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395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395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GPT-4.1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Sonnet 4.5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Sonnet 4.5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GPT-4o-mini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44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44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Web IQ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77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77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10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Agnostic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FSI-Legal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stage on Agentic AI + the Foundry platform, the CLM scenario and the IQ family (Foundry IQ / Web IQ). Includes a short demo of the assistant answering in Teams and firing a renewal alert. Two decks: FSI-Legal + industry-agnostic.</a:t>
            </a:r>
            <a:endParaRPr lang="en-US" sz="930" dirty="0"/>
          </a:p>
        </p:txBody>
      </p:sp>
      <p:pic>
        <p:nvPicPr>
          <p:cNvPr id="39" name="Image 5" descr="header_gradi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pPr algn="r" indent="0" marL="0">
              <a:buNone/>
            </a:pP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  Safety, Red-Teaming &amp; Continuous Eval  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2026-07-19T20:00:20Z</dcterms:created>
  <dcterms:modified xsi:type="dcterms:W3CDTF">2026-07-19T20:00:20Z</dcterms:modified>
</cp:coreProperties>
</file>