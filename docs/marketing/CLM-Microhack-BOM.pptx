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8507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glejdis/microhack-aiagents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</a:t>
            </a: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 Page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Invitation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Marketing BOM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6108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9" name="Text 5"/>
          <p:cNvSpPr/>
          <p:nvPr/>
        </p:nvSpPr>
        <p:spPr>
          <a:xfrm>
            <a:off x="438912" y="1700784"/>
            <a:ext cx="5358384" cy="15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Enterprises sign hundreds of contracts a month. Legal &amp; Procurement drown in intake, clause review and renewals — ~17-day turnaround and ~11% of auto-renewals missed.</a:t>
            </a:r>
            <a:endParaRPr lang="en-US" sz="88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CLM is scattered across SharePoint, email and legacy systems; comparing a counterparty draft to the enterprise standard is slow and manual.</a:t>
            </a:r>
            <a:endParaRPr lang="en-US" sz="88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8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CLM </a:t>
            </a: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answer cited questions, and proactively alert on renewals — with human sign-off and full tracing.</a:t>
            </a:r>
            <a:endParaRPr lang="en-US" sz="88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8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Concretely: </a:t>
            </a: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cited template drafts, risk-scored clauses, and human-approved renewal alerts.</a:t>
            </a:r>
            <a:endParaRPr lang="en-US" sz="880" dirty="0"/>
          </a:p>
          <a:p>
            <a:pPr marL="0" indent="0" algn="l">
              <a:spcBef>
                <a:spcPts val="400"/>
              </a:spcBef>
              <a:buNone/>
            </a:pPr>
            <a:r>
              <a:rPr lang="en-US" sz="88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FSI &amp; Legal: </a:t>
            </a: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agentic pattern extends to any contract-heavy function — procurement, sales, HR — so attendees leave with a template they can reuse in their own industry.</a:t>
            </a:r>
            <a:endParaRPr lang="en-US" sz="88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32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32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67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8"/>
          <p:cNvSpPr/>
          <p:nvPr/>
        </p:nvSpPr>
        <p:spPr>
          <a:xfrm>
            <a:off x="438912" y="367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404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0"/>
          <p:cNvSpPr/>
          <p:nvPr/>
        </p:nvSpPr>
        <p:spPr>
          <a:xfrm>
            <a:off x="438912" y="417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1"/>
          <p:cNvSpPr/>
          <p:nvPr/>
        </p:nvSpPr>
        <p:spPr>
          <a:xfrm>
            <a:off x="438912" y="417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Shape 13"/>
          <p:cNvSpPr/>
          <p:nvPr/>
        </p:nvSpPr>
        <p:spPr>
          <a:xfrm>
            <a:off x="4389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9" name="Text 14"/>
          <p:cNvSpPr/>
          <p:nvPr/>
        </p:nvSpPr>
        <p:spPr>
          <a:xfrm>
            <a:off x="4754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Opus 4.8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Shape 16"/>
          <p:cNvSpPr/>
          <p:nvPr/>
        </p:nvSpPr>
        <p:spPr>
          <a:xfrm>
            <a:off x="22677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2" name="Text 17"/>
          <p:cNvSpPr/>
          <p:nvPr/>
        </p:nvSpPr>
        <p:spPr>
          <a:xfrm>
            <a:off x="23042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Shape 19"/>
          <p:cNvSpPr/>
          <p:nvPr/>
        </p:nvSpPr>
        <p:spPr>
          <a:xfrm>
            <a:off x="40965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5" name="Text 20"/>
          <p:cNvSpPr/>
          <p:nvPr/>
        </p:nvSpPr>
        <p:spPr>
          <a:xfrm>
            <a:off x="41330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66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7" name="Text 22"/>
          <p:cNvSpPr/>
          <p:nvPr/>
        </p:nvSpPr>
        <p:spPr>
          <a:xfrm>
            <a:off x="438912" y="566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99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9" name="Text 24"/>
          <p:cNvSpPr/>
          <p:nvPr/>
        </p:nvSpPr>
        <p:spPr>
          <a:xfrm>
            <a:off x="438912" y="599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32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27120"/>
              </p:ext>
            </p:extLst>
          </p:nvPr>
        </p:nvGraphicFramePr>
        <p:xfrm>
          <a:off x="6144768" y="1225296"/>
          <a:ext cx="5742432" cy="1399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0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1, 2,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4, 5, 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Agnostic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FSI-Legal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38" name="Text 30"/>
          <p:cNvSpPr/>
          <p:nvPr/>
        </p:nvSpPr>
        <p:spPr>
          <a:xfrm>
            <a:off x="6291072" y="3108960"/>
            <a:ext cx="5449824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Tech Talk sets the stage on Agentic AI for contracts, in three beats: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Transformation &amp; impact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from copilots to autonomous, reasoning agents — value in speed, risk and compliance, on Azure AI Foundry.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services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multi-model, multi-agent pattern (orchestrator + grounded specialists) and the exact services used — Foundry IQ / Web IQ grounding and citations — familiar before you start.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→ Deploy → Operate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agents, run the GenAIOps loop (tracing, evaluation, safety), and publish via MCP to Microsoft 365 Copilot &amp; Teams — capped with a live demo.</a:t>
            </a:r>
            <a:endParaRPr lang="en-US" sz="82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 </a:t>
            </a: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Train the Trainer video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4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57208"/>
              </p:ext>
            </p:extLst>
          </p:nvPr>
        </p:nvGraphicFramePr>
        <p:xfrm>
          <a:off x="6144768" y="4443984"/>
          <a:ext cx="5742432" cy="1600200"/>
        </p:xfrm>
        <a:graphic>
          <a:graphicData uri="http://schemas.openxmlformats.org/drawingml/2006/table">
            <a:tbl>
              <a:tblPr/>
              <a:tblGrid>
                <a:gridCol w="4919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  Safety, Red-Teaming &amp; Continuous Eval   </a:t>
                      </a: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518</Words>
  <Application>Microsoft Office PowerPoint</Application>
  <PresentationFormat>Widescreen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Segoe UI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Glejdis Shkembi</cp:lastModifiedBy>
  <cp:revision>2</cp:revision>
  <dcterms:created xsi:type="dcterms:W3CDTF">2026-07-19T20:00:20Z</dcterms:created>
  <dcterms:modified xsi:type="dcterms:W3CDTF">2026-07-29T16:49:09Z</dcterms:modified>
</cp:coreProperties>
</file>